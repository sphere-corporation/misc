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84" d="100"/>
          <a:sy n="84" d="100"/>
        </p:scale>
        <p:origin x="3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51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9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7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2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192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30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5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55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2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57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0C5C3-58AF-9D4A-82EE-6EFD7F34E34F}" type="datetimeFigureOut">
              <a:rPr lang="en-US" smtClean="0"/>
              <a:t>5/2/23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4EE37-761B-9648-85F4-656822841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66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obirise Website Builder">
            <a:extLst>
              <a:ext uri="{FF2B5EF4-FFF2-40B4-BE49-F238E27FC236}">
                <a16:creationId xmlns:a16="http://schemas.microsoft.com/office/drawing/2014/main" id="{693714F5-B44B-5385-8781-7EAD4B69C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813" y="702602"/>
            <a:ext cx="3426374" cy="3198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2230F372-C871-B077-A301-702DADD296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955"/>
          <a:stretch/>
        </p:blipFill>
        <p:spPr>
          <a:xfrm>
            <a:off x="895350" y="4754880"/>
            <a:ext cx="5067300" cy="1681004"/>
          </a:xfrm>
          <a:prstGeom prst="rect">
            <a:avLst/>
          </a:prstGeom>
        </p:spPr>
      </p:pic>
      <p:pic>
        <p:nvPicPr>
          <p:cNvPr id="12" name="Picture 11" descr="Shape&#10;&#10;Description automatically generated with medium confidence">
            <a:extLst>
              <a:ext uri="{FF2B5EF4-FFF2-40B4-BE49-F238E27FC236}">
                <a16:creationId xmlns:a16="http://schemas.microsoft.com/office/drawing/2014/main" id="{2CED8567-9976-6752-E39F-3077FF974E1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WatercolorSponge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7043154"/>
            <a:ext cx="6858000" cy="168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39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211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cp:lastPrinted>2023-05-02T16:49:49Z</cp:lastPrinted>
  <dcterms:created xsi:type="dcterms:W3CDTF">2023-05-02T16:40:15Z</dcterms:created>
  <dcterms:modified xsi:type="dcterms:W3CDTF">2023-05-02T20:11:48Z</dcterms:modified>
</cp:coreProperties>
</file>